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4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840480"/>
            <a:ext cx="5029200" cy="5029200"/>
          </a:xfrm>
          <a:prstGeom prst="ellipse">
            <a:avLst/>
          </a:prstGeom>
          <a:solidFill>
            <a:srgbClr val="02C39A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assets/hospital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362" y="1155802"/>
            <a:ext cx="523037" cy="5230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37744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MedCare+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685800" y="3429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&amp; Appointment Management System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858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B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desktop healthcare companion built with Python &amp; Tkinter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85800" y="6035040"/>
            <a:ext cx="274320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6172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|  Tkinter  |  JSON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MedCare+  | 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0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MedCare+ is a single-file desktop application that helps patients and caregivers manage medicine records, doctor appointments, and basic health metrics — all from one clean, themed interface.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3383280"/>
            <a:ext cx="18745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5445E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354787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431596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34640" y="3383280"/>
            <a:ext cx="18745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5445E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34640" y="354787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926080" y="431596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JSON Store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0" y="3383280"/>
            <a:ext cx="18745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5445E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0" y="354787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24h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120640" y="431596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Alerts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40880" y="1417320"/>
            <a:ext cx="4480560" cy="4892040"/>
          </a:xfrm>
          <a:prstGeom prst="roundRect">
            <a:avLst>
              <a:gd name="adj" fmla="val 2857"/>
            </a:avLst>
          </a:prstGeom>
          <a:solidFill>
            <a:srgbClr val="05445E"/>
          </a:solidFill>
          <a:ln/>
          <a:effectLst>
            <a:outerShdw sx="100000" sy="100000" kx="0" ky="0" algn="bl" rotWithShape="0" blurRad="101600" dist="38100" dir="5400000">
              <a:srgbClr val="05445E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60920" y="1691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Manages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360920" y="237744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7" name="Image 0" descr="assets/pill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6983" y="2513503"/>
            <a:ext cx="294803" cy="294803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092440" y="243230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medicine records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7360920" y="329184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0" name="Image 1" descr="assets/calendar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6983" y="3427903"/>
            <a:ext cx="294803" cy="294803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092440" y="334670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appointment schedule</a:t>
            </a:r>
            <a:endParaRPr lang="en-US" sz="1350" dirty="0"/>
          </a:p>
        </p:txBody>
      </p:sp>
      <p:sp>
        <p:nvSpPr>
          <p:cNvPr id="22" name="Shape 18"/>
          <p:cNvSpPr/>
          <p:nvPr/>
        </p:nvSpPr>
        <p:spPr>
          <a:xfrm>
            <a:off x="7360920" y="420624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3" name="Image 2" descr="assets/weight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6983" y="4342303"/>
            <a:ext cx="294803" cy="294803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092440" y="426110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health calculator</a:t>
            </a:r>
            <a:endParaRPr lang="en-US" sz="1350" dirty="0"/>
          </a:p>
        </p:txBody>
      </p:sp>
      <p:sp>
        <p:nvSpPr>
          <p:cNvPr id="25" name="Shape 20"/>
          <p:cNvSpPr/>
          <p:nvPr/>
        </p:nvSpPr>
        <p:spPr>
          <a:xfrm>
            <a:off x="7360920" y="512064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6" name="Image 3" descr="assets/shield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6983" y="5256703"/>
            <a:ext cx="294803" cy="294803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092440" y="517550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accounts &amp; login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MedCare+  | 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0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and families often juggle medicine schedules and doctor visits across notebooks, phone reminders, and memory — leading to missed doses and missed appointments.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5445E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54480" y="283464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assets/clipboar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1018" y="3021178"/>
            <a:ext cx="404165" cy="4041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94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Scattered Records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68680" y="429768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and disease details kept on paper or scattered notes, easy to lose.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538728" y="251460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5445E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53128" y="283464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assets/bell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9666" y="3021178"/>
            <a:ext cx="404165" cy="40416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21608" y="3794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Missed Reminders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767328" y="429768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alert before an upcoming appointment or dosage time.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37376" y="251460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5445E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51776" y="283464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assets/searc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8314" y="3021178"/>
            <a:ext cx="404165" cy="40416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20256" y="3794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 to Search History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665976" y="429768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 past patient record or appointment takes time and effort.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336024" y="251460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5445E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250424" y="283464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3" descr="assets/databas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962" y="3021178"/>
            <a:ext cx="404165" cy="40416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518904" y="3794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Central Backup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564624" y="429768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isn't safely stored or recoverable if a device is lost or reset.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4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MedCare+  | 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0A5872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830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assets/sav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354" y="19147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5564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Centralize Records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8680" y="24231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medicine and appointment data reliably in local JSON files.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34840" y="15544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0A5872"/>
          </a:solidFill>
          <a:ln/>
        </p:spPr>
      </p:sp>
      <p:sp>
        <p:nvSpPr>
          <p:cNvPr id="10" name="Shape 7"/>
          <p:cNvSpPr/>
          <p:nvPr/>
        </p:nvSpPr>
        <p:spPr>
          <a:xfrm>
            <a:off x="4663440" y="17830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1" descr="assets/bell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5114" y="19147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175564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Timely Reminders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63440" y="24231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alert users 24 hours before an appointment via popup and beep.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29600" y="15544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0A5872"/>
          </a:solidFill>
          <a:ln/>
        </p:spPr>
      </p:sp>
      <p:sp>
        <p:nvSpPr>
          <p:cNvPr id="15" name="Shape 11"/>
          <p:cNvSpPr/>
          <p:nvPr/>
        </p:nvSpPr>
        <p:spPr>
          <a:xfrm>
            <a:off x="8458200" y="17830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assets/loc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9874" y="191475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44000" y="175564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Access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58200" y="24231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every patient a private login with a registered phone number and password.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9776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0A5872"/>
          </a:solidFill>
          <a:ln/>
        </p:spPr>
      </p:sp>
      <p:sp>
        <p:nvSpPr>
          <p:cNvPr id="20" name="Shape 15"/>
          <p:cNvSpPr/>
          <p:nvPr/>
        </p:nvSpPr>
        <p:spPr>
          <a:xfrm>
            <a:off x="868680" y="420624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1" name="Image 3" descr="assets/char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354" y="433791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417880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Health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68680" y="48463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 quick BMI calculator to monitor basic wellness alongside medical records.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434840" y="39776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0A5872"/>
          </a:solidFill>
          <a:ln/>
        </p:spPr>
      </p:sp>
      <p:sp>
        <p:nvSpPr>
          <p:cNvPr id="25" name="Shape 19"/>
          <p:cNvSpPr/>
          <p:nvPr/>
        </p:nvSpPr>
        <p:spPr>
          <a:xfrm>
            <a:off x="4663440" y="420624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6" name="Image 4" descr="assets/upload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5114" y="433791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49240" y="417880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 &amp; Restore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663440" y="48463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users create and recover backups of their data in one click.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229600" y="39776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0A5872"/>
          </a:solidFill>
          <a:ln/>
        </p:spPr>
      </p:sp>
      <p:sp>
        <p:nvSpPr>
          <p:cNvPr id="30" name="Shape 23"/>
          <p:cNvSpPr/>
          <p:nvPr/>
        </p:nvSpPr>
        <p:spPr>
          <a:xfrm>
            <a:off x="8458200" y="420624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1" name="Image 5" descr="assets/mobile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9874" y="4337914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44000" y="417880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Interface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458200" y="48463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clean, themed, easy-to-navigate desktop experience for all ages.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MedCare+  |  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34924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5445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728216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assets/sign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758" y="1925726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6002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&amp; Registration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828800" y="203911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Phone-based signup with validation and password protection.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9360" y="1417320"/>
            <a:ext cx="534924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5445E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0528" y="1728216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assets/pill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8038" y="1925726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16002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Medicine Records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498080" y="203911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edit, search, and delete patient medicine entries with photo upload.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154680"/>
            <a:ext cx="534924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5445E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" y="3465576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assets/calenda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758" y="3663086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333756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Appointment Scheduler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828800" y="377647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upcoming visits by patient, date, time, and doctor.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09360" y="3154680"/>
            <a:ext cx="534924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5445E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10528" y="3465576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assets/bell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8038" y="3663086"/>
            <a:ext cx="427939" cy="42793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0" y="333756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Reminders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498080" y="377647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beep, popup, and real-time SMS alert 24 hours before any appointment.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40080" y="4892040"/>
            <a:ext cx="534924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5445E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41248" y="5202936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assets/weigh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758" y="5400446"/>
            <a:ext cx="427939" cy="42793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828800" y="507492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BMI Calculator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1828800" y="551383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BMI and health category from weight and height.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309360" y="4892040"/>
            <a:ext cx="534924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5445E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510528" y="5202936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1" name="Image 5" descr="assets/databas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8038" y="5400446"/>
            <a:ext cx="427939" cy="42793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498080" y="507492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 &amp; Restore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7498080" y="551383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back up automatically on every save, plus one-click manual backup and restore.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MedCare+  | 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MedCare+ is a lightweight, dependency-minimal desktop application — everything runs from a single Python file.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05445E"/>
          </a:solidFill>
          <a:ln/>
          <a:effectLst>
            <a:outerShdw sx="100000" sy="100000" kx="0" ky="0" algn="bl" rotWithShape="0" blurRad="101600" dist="38100" dir="5400000">
              <a:srgbClr val="05445E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00200" y="2468880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7" name="Image 0" descr="assets/cog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4792" y="2633472"/>
            <a:ext cx="356616" cy="356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337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373075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application logic and control flow.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538728" y="219456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05445E"/>
          </a:solidFill>
          <a:ln/>
          <a:effectLst>
            <a:outerShdw sx="100000" sy="100000" kx="0" ky="0" algn="bl" rotWithShape="0" blurRad="101600" dist="38100" dir="5400000">
              <a:srgbClr val="05445E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98848" y="2468880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2" name="Image 1" descr="assets/mobil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63347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75888" y="3337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Tkinter / ttk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721608" y="373075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GUI toolkit for windows, forms, and tables.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437376" y="219456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05445E"/>
          </a:solidFill>
          <a:ln/>
          <a:effectLst>
            <a:outerShdw sx="100000" sy="100000" kx="0" ky="0" algn="bl" rotWithShape="0" blurRad="101600" dist="38100" dir="5400000">
              <a:srgbClr val="05445E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97496" y="2468880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7" name="Image 2" descr="assets/databas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2088" y="2633472"/>
            <a:ext cx="356616" cy="35661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74536" y="3337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Files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620256" y="373075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local storage — no external database needed.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336024" y="219456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05445E"/>
          </a:solidFill>
          <a:ln/>
          <a:effectLst>
            <a:outerShdw sx="100000" sy="100000" kx="0" ky="0" algn="bl" rotWithShape="0" blurRad="101600" dist="38100" dir="5400000">
              <a:srgbClr val="05445E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296144" y="2468880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2" name="Image 3" descr="assets/bell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0736" y="2633472"/>
            <a:ext cx="356616" cy="35661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473184" y="3337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winsound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9518904" y="373075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Cross-platform-safe audio beep for appointment alerts.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640080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640080" y="5257800"/>
            <a:ext cx="3063240" cy="685800"/>
          </a:xfrm>
          <a:prstGeom prst="roundRect">
            <a:avLst>
              <a:gd name="adj" fmla="val 46667"/>
            </a:avLst>
          </a:prstGeom>
          <a:solidFill>
            <a:srgbClr val="D0F2E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640080" y="52578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UI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3703320" y="525780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Shape 23"/>
          <p:cNvSpPr/>
          <p:nvPr/>
        </p:nvSpPr>
        <p:spPr>
          <a:xfrm>
            <a:off x="4206240" y="5257800"/>
            <a:ext cx="3063240" cy="685800"/>
          </a:xfrm>
          <a:prstGeom prst="roundRect">
            <a:avLst>
              <a:gd name="adj" fmla="val 46667"/>
            </a:avLst>
          </a:prstGeom>
          <a:solidFill>
            <a:srgbClr val="D0F2E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206240" y="52578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Logic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7269480" y="525780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2" name="Shape 26"/>
          <p:cNvSpPr/>
          <p:nvPr/>
        </p:nvSpPr>
        <p:spPr>
          <a:xfrm>
            <a:off x="7772400" y="5257800"/>
            <a:ext cx="3063240" cy="685800"/>
          </a:xfrm>
          <a:prstGeom prst="roundRect">
            <a:avLst>
              <a:gd name="adj" fmla="val 46667"/>
            </a:avLst>
          </a:prstGeom>
          <a:solidFill>
            <a:srgbClr val="D0F2E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7772400" y="52578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Files (.json)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Flow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MedCare+  |  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14600" cy="265176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5445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04772" y="1627632"/>
            <a:ext cx="585216" cy="585216"/>
          </a:xfrm>
          <a:prstGeom prst="ellipse">
            <a:avLst/>
          </a:prstGeom>
          <a:solidFill>
            <a:srgbClr val="02809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04772" y="16276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531620" y="2377440"/>
            <a:ext cx="731520" cy="731520"/>
          </a:xfrm>
          <a:prstGeom prst="ellipse">
            <a:avLst/>
          </a:prstGeom>
          <a:solidFill>
            <a:srgbClr val="05445E"/>
          </a:solidFill>
          <a:ln/>
        </p:spPr>
      </p:sp>
      <p:pic>
        <p:nvPicPr>
          <p:cNvPr id="8" name="Image 0" descr="assets/hospita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7185" y="2553005"/>
            <a:ext cx="380390" cy="38039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32918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Splash Screen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37490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loading screen on launch.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154680" y="292608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3474720" y="1920240"/>
            <a:ext cx="2514600" cy="265176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5445E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39412" y="1627632"/>
            <a:ext cx="585216" cy="585216"/>
          </a:xfrm>
          <a:prstGeom prst="ellipse">
            <a:avLst/>
          </a:prstGeom>
          <a:solidFill>
            <a:srgbClr val="02809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39412" y="16276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4366260" y="2377440"/>
            <a:ext cx="731520" cy="731520"/>
          </a:xfrm>
          <a:prstGeom prst="ellipse">
            <a:avLst/>
          </a:prstGeom>
          <a:solidFill>
            <a:srgbClr val="05445E"/>
          </a:solidFill>
          <a:ln/>
        </p:spPr>
      </p:sp>
      <p:pic>
        <p:nvPicPr>
          <p:cNvPr id="16" name="Image 1" descr="assets/signi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825" y="2553005"/>
            <a:ext cx="380390" cy="38039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57600" y="32918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/ Register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703320" y="37490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users log in; new users create an account.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989320" y="292608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6309360" y="1920240"/>
            <a:ext cx="2514600" cy="265176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5445E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274052" y="1627632"/>
            <a:ext cx="585216" cy="585216"/>
          </a:xfrm>
          <a:prstGeom prst="ellipse">
            <a:avLst/>
          </a:prstGeom>
          <a:solidFill>
            <a:srgbClr val="02809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274052" y="16276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7200900" y="2377440"/>
            <a:ext cx="731520" cy="731520"/>
          </a:xfrm>
          <a:prstGeom prst="ellipse">
            <a:avLst/>
          </a:prstGeom>
          <a:solidFill>
            <a:srgbClr val="05445E"/>
          </a:solidFill>
          <a:ln/>
        </p:spPr>
      </p:sp>
      <p:pic>
        <p:nvPicPr>
          <p:cNvPr id="24" name="Image 2" descr="asset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465" y="2553005"/>
            <a:ext cx="380390" cy="38039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492240" y="32918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 Screen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6537960" y="37490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profile details before entering the app.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8823960" y="292608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3"/>
          <p:cNvSpPr/>
          <p:nvPr/>
        </p:nvSpPr>
        <p:spPr>
          <a:xfrm>
            <a:off x="9144000" y="1920240"/>
            <a:ext cx="2514600" cy="265176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5445E">
                <a:alpha val="1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10108692" y="1627632"/>
            <a:ext cx="585216" cy="585216"/>
          </a:xfrm>
          <a:prstGeom prst="ellipse">
            <a:avLst/>
          </a:prstGeom>
          <a:solidFill>
            <a:srgbClr val="02809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10108692" y="16276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Shape 26"/>
          <p:cNvSpPr/>
          <p:nvPr/>
        </p:nvSpPr>
        <p:spPr>
          <a:xfrm>
            <a:off x="10035540" y="2377440"/>
            <a:ext cx="731520" cy="731520"/>
          </a:xfrm>
          <a:prstGeom prst="ellipse">
            <a:avLst/>
          </a:prstGeom>
          <a:solidFill>
            <a:srgbClr val="05445E"/>
          </a:solidFill>
          <a:ln/>
        </p:spPr>
      </p:sp>
      <p:pic>
        <p:nvPicPr>
          <p:cNvPr id="32" name="Image 3" descr="assets/cog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1105" y="2553005"/>
            <a:ext cx="380390" cy="38039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326880" y="32918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9372600" y="37490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navigation to every module.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Dashboard, users branch into Medicines, Appointments, BMI, Backup/Restore, or Logout.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Medicine Management Module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MedCare+  |  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assets/pill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" y="1717243"/>
            <a:ext cx="451714" cy="4517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50876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edit, search, and remove patient medicine records — patient name, age, disease, medicine, and time — in one form.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7432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5445E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600200" y="3035808"/>
            <a:ext cx="685800" cy="685800"/>
          </a:xfrm>
          <a:prstGeom prst="ellipse">
            <a:avLst/>
          </a:prstGeom>
          <a:solidFill>
            <a:srgbClr val="05445E"/>
          </a:solidFill>
          <a:ln/>
        </p:spPr>
      </p:sp>
      <p:pic>
        <p:nvPicPr>
          <p:cNvPr id="9" name="Image 1" descr="assets/clipboar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792" y="3200400"/>
            <a:ext cx="356616" cy="35661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3886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Form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868680" y="4370832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patient name, age, disease, medicine, and time.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538728" y="27432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5445E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498848" y="3035808"/>
            <a:ext cx="685800" cy="685800"/>
          </a:xfrm>
          <a:prstGeom prst="ellipse">
            <a:avLst/>
          </a:prstGeom>
          <a:solidFill>
            <a:srgbClr val="05445E"/>
          </a:solidFill>
          <a:ln/>
        </p:spPr>
      </p:sp>
      <p:pic>
        <p:nvPicPr>
          <p:cNvPr id="14" name="Image 2" descr="assets/searc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3200400"/>
            <a:ext cx="356616" cy="35661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721608" y="3886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Search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3767328" y="4370832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filters records by patient name as you type.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437376" y="27432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5445E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397496" y="3035808"/>
            <a:ext cx="685800" cy="685800"/>
          </a:xfrm>
          <a:prstGeom prst="ellipse">
            <a:avLst/>
          </a:prstGeom>
          <a:solidFill>
            <a:srgbClr val="05445E"/>
          </a:solidFill>
          <a:ln/>
        </p:spPr>
      </p:sp>
      <p:pic>
        <p:nvPicPr>
          <p:cNvPr id="19" name="Image 3" descr="asset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3200400"/>
            <a:ext cx="356616" cy="35661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620256" y="3886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 In Place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6665976" y="4370832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Double-click any row to load it back into the form for editing.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9336024" y="27432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5445E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296144" y="3035808"/>
            <a:ext cx="685800" cy="685800"/>
          </a:xfrm>
          <a:prstGeom prst="ellipse">
            <a:avLst/>
          </a:prstGeom>
          <a:solidFill>
            <a:srgbClr val="05445E"/>
          </a:solidFill>
          <a:ln/>
        </p:spPr>
      </p:sp>
      <p:pic>
        <p:nvPicPr>
          <p:cNvPr id="24" name="Image 4" descr="assets/uploa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0736" y="3200400"/>
            <a:ext cx="356616" cy="35661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518904" y="3886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 Upload &amp; Preview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9564624" y="4370832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a patient photo, preview it instantly, and view it full-size anytime.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4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Appointment Management Module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MedCare+  |  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868680" cy="8686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assets/calenda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" y="1717243"/>
            <a:ext cx="451714" cy="4517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50876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4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appointments by patient, date, doctor, and time — with a live count of upcoming visits and automatic reminders.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74320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0A5872"/>
          </a:solidFill>
          <a:ln/>
        </p:spPr>
      </p:sp>
      <p:sp>
        <p:nvSpPr>
          <p:cNvPr id="8" name="Shape 5"/>
          <p:cNvSpPr/>
          <p:nvPr/>
        </p:nvSpPr>
        <p:spPr>
          <a:xfrm>
            <a:off x="2034540" y="3035808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9" name="Image 1" descr="assets/clipboard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105" y="3211373"/>
            <a:ext cx="380390" cy="38039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39319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Scheduling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914400" y="443484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Patient, date, time, and doctor fields with edit/delete support.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434840" y="274320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0A5872"/>
          </a:solidFill>
          <a:ln/>
        </p:spPr>
      </p:sp>
      <p:sp>
        <p:nvSpPr>
          <p:cNvPr id="13" name="Shape 9"/>
          <p:cNvSpPr/>
          <p:nvPr/>
        </p:nvSpPr>
        <p:spPr>
          <a:xfrm>
            <a:off x="5829300" y="3035808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4" name="Image 2" descr="assets/search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4865" y="3211373"/>
            <a:ext cx="380390" cy="38039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617720" y="39319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&amp; Stats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4709160" y="443484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patient name; live totals for all and upcoming appointments.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229600" y="274320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0A5872"/>
          </a:solidFill>
          <a:ln/>
        </p:spPr>
      </p:sp>
      <p:sp>
        <p:nvSpPr>
          <p:cNvPr id="18" name="Shape 13"/>
          <p:cNvSpPr/>
          <p:nvPr/>
        </p:nvSpPr>
        <p:spPr>
          <a:xfrm>
            <a:off x="9624060" y="3035808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9" name="Image 3" descr="assets/bell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9625" y="3211373"/>
            <a:ext cx="380390" cy="38039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412480" y="39319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24-Hour Alert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8503920" y="443484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check every 60 seconds — sends a beep, popup, and real-time SMS within 24 hours.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BMI Calculator Module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MedCare+  |  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188720" cy="11887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assets/weigh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1839773"/>
            <a:ext cx="618134" cy="6181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03120" y="169164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B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wellness check built right into the dashboard — enter weight and height to instantly see BMI and category.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320040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5445E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3200400"/>
            <a:ext cx="2606040" cy="146304"/>
          </a:xfrm>
          <a:prstGeom prst="roundRect">
            <a:avLst>
              <a:gd name="adj" fmla="val 50000"/>
            </a:avLst>
          </a:prstGeom>
          <a:solidFill>
            <a:srgbClr val="4EA8DE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3611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Underweight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22960" y="4114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A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18.5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" y="4572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range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538728" y="320040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5445E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38728" y="3200400"/>
            <a:ext cx="2606040" cy="146304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4" name="Text 11"/>
          <p:cNvSpPr/>
          <p:nvPr/>
        </p:nvSpPr>
        <p:spPr>
          <a:xfrm>
            <a:off x="3721608" y="3611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3721608" y="4114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18.5 – 24.9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721608" y="4572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range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437376" y="320040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5445E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37376" y="3200400"/>
            <a:ext cx="2606040" cy="146304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/>
        </p:spPr>
      </p:sp>
      <p:sp>
        <p:nvSpPr>
          <p:cNvPr id="19" name="Text 16"/>
          <p:cNvSpPr/>
          <p:nvPr/>
        </p:nvSpPr>
        <p:spPr>
          <a:xfrm>
            <a:off x="6620256" y="3611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Overweight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6620256" y="4114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– 29.9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620256" y="4572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range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9336024" y="320040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5445E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9336024" y="3200400"/>
            <a:ext cx="2606040" cy="14630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24" name="Text 21"/>
          <p:cNvSpPr/>
          <p:nvPr/>
        </p:nvSpPr>
        <p:spPr>
          <a:xfrm>
            <a:off x="9518904" y="3611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Obese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9518904" y="4114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518904" y="4572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range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Storage, Security &amp; Backup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MedCare+  |  11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asset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627632"/>
            <a:ext cx="356616" cy="3566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44475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JSON-Based Storage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508760" y="182880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Medicines, appointments, and users each persist in their own local JSON file — no server or database setup required.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88036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1" descr="assets/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3044952"/>
            <a:ext cx="356616" cy="35661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86207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 Protection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508760" y="324612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Phone-number-based accounts with password validation guard access to every module.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429768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2" descr="assets/uploa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462272"/>
            <a:ext cx="356616" cy="35661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427939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44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+ Manual Backup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508760" y="466344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medicine and appointment save auto-updates the backup files; a manual Backup/Restore button is also available.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955280" y="1463040"/>
            <a:ext cx="3566160" cy="4846320"/>
          </a:xfrm>
          <a:prstGeom prst="roundRect">
            <a:avLst>
              <a:gd name="adj" fmla="val 3590"/>
            </a:avLst>
          </a:prstGeom>
          <a:solidFill>
            <a:srgbClr val="05445E"/>
          </a:solidFill>
          <a:ln/>
          <a:effectLst>
            <a:outerShdw sx="100000" sy="100000" kx="0" ky="0" algn="bl" rotWithShape="0" blurRad="101600" dist="38100" dir="5400000">
              <a:srgbClr val="05445E">
                <a:alpha val="12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8229600" y="1737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Data Files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8229600" y="2377440"/>
            <a:ext cx="3017520" cy="594360"/>
          </a:xfrm>
          <a:prstGeom prst="roundRect">
            <a:avLst>
              <a:gd name="adj" fmla="val 46154"/>
            </a:avLst>
          </a:prstGeom>
          <a:solidFill>
            <a:srgbClr val="0A5872"/>
          </a:solidFill>
          <a:ln/>
        </p:spPr>
      </p:sp>
      <p:sp>
        <p:nvSpPr>
          <p:cNvPr id="19" name="Text 14"/>
          <p:cNvSpPr/>
          <p:nvPr/>
        </p:nvSpPr>
        <p:spPr>
          <a:xfrm>
            <a:off x="8458200" y="23774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F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medicine_data.json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229600" y="3127248"/>
            <a:ext cx="3017520" cy="594360"/>
          </a:xfrm>
          <a:prstGeom prst="roundRect">
            <a:avLst>
              <a:gd name="adj" fmla="val 46154"/>
            </a:avLst>
          </a:prstGeom>
          <a:solidFill>
            <a:srgbClr val="0A5872"/>
          </a:solidFill>
          <a:ln/>
        </p:spPr>
      </p:sp>
      <p:sp>
        <p:nvSpPr>
          <p:cNvPr id="21" name="Text 16"/>
          <p:cNvSpPr/>
          <p:nvPr/>
        </p:nvSpPr>
        <p:spPr>
          <a:xfrm>
            <a:off x="8458200" y="312724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F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appointment_data.json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8229600" y="3877056"/>
            <a:ext cx="3017520" cy="594360"/>
          </a:xfrm>
          <a:prstGeom prst="roundRect">
            <a:avLst>
              <a:gd name="adj" fmla="val 46154"/>
            </a:avLst>
          </a:prstGeom>
          <a:solidFill>
            <a:srgbClr val="0A5872"/>
          </a:solidFill>
          <a:ln/>
        </p:spPr>
      </p:sp>
      <p:sp>
        <p:nvSpPr>
          <p:cNvPr id="23" name="Text 18"/>
          <p:cNvSpPr/>
          <p:nvPr/>
        </p:nvSpPr>
        <p:spPr>
          <a:xfrm>
            <a:off x="8458200" y="3877056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F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users_data.json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8229600" y="4626864"/>
            <a:ext cx="3017520" cy="594360"/>
          </a:xfrm>
          <a:prstGeom prst="roundRect">
            <a:avLst>
              <a:gd name="adj" fmla="val 46154"/>
            </a:avLst>
          </a:prstGeom>
          <a:solidFill>
            <a:srgbClr val="0A5872"/>
          </a:solidFill>
          <a:ln/>
        </p:spPr>
      </p:sp>
      <p:sp>
        <p:nvSpPr>
          <p:cNvPr id="25" name="Text 20"/>
          <p:cNvSpPr/>
          <p:nvPr/>
        </p:nvSpPr>
        <p:spPr>
          <a:xfrm>
            <a:off x="8458200" y="4626864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F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backup_medicine.json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8229600" y="5376672"/>
            <a:ext cx="3017520" cy="594360"/>
          </a:xfrm>
          <a:prstGeom prst="roundRect">
            <a:avLst>
              <a:gd name="adj" fmla="val 46154"/>
            </a:avLst>
          </a:prstGeom>
          <a:solidFill>
            <a:srgbClr val="0A5872"/>
          </a:solidFill>
          <a:ln/>
        </p:spPr>
      </p:sp>
      <p:sp>
        <p:nvSpPr>
          <p:cNvPr id="27" name="Text 22"/>
          <p:cNvSpPr/>
          <p:nvPr/>
        </p:nvSpPr>
        <p:spPr>
          <a:xfrm>
            <a:off x="8458200" y="537667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F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backup_appointment.json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4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MedCare+  |  12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0A5872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830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assets/mobil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354" y="19147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5564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Sync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8680" y="24231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local JSON to a cloud database for multi-device access.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34840" y="15544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0A5872"/>
          </a:solidFill>
          <a:ln/>
        </p:spPr>
      </p:sp>
      <p:sp>
        <p:nvSpPr>
          <p:cNvPr id="10" name="Shape 7"/>
          <p:cNvSpPr/>
          <p:nvPr/>
        </p:nvSpPr>
        <p:spPr>
          <a:xfrm>
            <a:off x="4663440" y="17830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1" descr="assets/bell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5114" y="19147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175564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&amp; Push Alerts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63440" y="24231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new SMS reminders with email and mobile push notifications.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29600" y="15544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0A5872"/>
          </a:solidFill>
          <a:ln/>
        </p:spPr>
      </p:sp>
      <p:sp>
        <p:nvSpPr>
          <p:cNvPr id="15" name="Shape 11"/>
          <p:cNvSpPr/>
          <p:nvPr/>
        </p:nvSpPr>
        <p:spPr>
          <a:xfrm>
            <a:off x="8458200" y="17830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assets/doctor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9874" y="191475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44000" y="175564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 Portal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58200" y="24231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login for doctors to manage their own patient schedules.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9776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0A5872"/>
          </a:solidFill>
          <a:ln/>
        </p:spPr>
      </p:sp>
      <p:sp>
        <p:nvSpPr>
          <p:cNvPr id="20" name="Shape 15"/>
          <p:cNvSpPr/>
          <p:nvPr/>
        </p:nvSpPr>
        <p:spPr>
          <a:xfrm>
            <a:off x="868680" y="420624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1" name="Image 3" descr="assets/char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354" y="433791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417880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Analytics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68680" y="48463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trends for BMI, medicine adherence, and visit history over time.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434840" y="39776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0A5872"/>
          </a:solidFill>
          <a:ln/>
        </p:spPr>
      </p:sp>
      <p:sp>
        <p:nvSpPr>
          <p:cNvPr id="25" name="Shape 19"/>
          <p:cNvSpPr/>
          <p:nvPr/>
        </p:nvSpPr>
        <p:spPr>
          <a:xfrm>
            <a:off x="4663440" y="420624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6" name="Image 4" descr="assets/shield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5114" y="433791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49240" y="417880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Stronger Security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663440" y="48463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 and encrypted data storage.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229600" y="39776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0A5872"/>
          </a:solidFill>
          <a:ln/>
        </p:spPr>
      </p:sp>
      <p:sp>
        <p:nvSpPr>
          <p:cNvPr id="30" name="Shape 23"/>
          <p:cNvSpPr/>
          <p:nvPr/>
        </p:nvSpPr>
        <p:spPr>
          <a:xfrm>
            <a:off x="8458200" y="420624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1" name="Image 5" descr="assets/rocket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9874" y="4337914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44000" y="417880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Cross-Platform App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458200" y="48463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as a mobile app using Kivy or a web version with Flask/Django.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4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943600" cy="59436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474720"/>
            <a:ext cx="5029200" cy="5029200"/>
          </a:xfrm>
          <a:prstGeom prst="ellipse">
            <a:avLst/>
          </a:prstGeom>
          <a:solidFill>
            <a:srgbClr val="02C39A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77840" y="1371600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assets/chec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9242" y="1613002"/>
            <a:ext cx="523037" cy="5230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743200"/>
            <a:ext cx="1216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0" y="370332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709160" y="4937760"/>
            <a:ext cx="274320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0" y="507492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B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|  Tkinter  |  JSON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MedCare+ Presentation</dc:title>
  <dc:subject>PptxGenJS Presentation</dc:subject>
  <dc:creator>Parv Sharma</dc:creator>
  <cp:lastModifiedBy>Parv Sharma</cp:lastModifiedBy>
  <cp:revision>1</cp:revision>
  <dcterms:created xsi:type="dcterms:W3CDTF">2026-07-02T05:58:38Z</dcterms:created>
  <dcterms:modified xsi:type="dcterms:W3CDTF">2026-07-02T05:58:38Z</dcterms:modified>
</cp:coreProperties>
</file>